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6" r:id="rId4"/>
    <p:sldId id="263" r:id="rId5"/>
    <p:sldId id="267" r:id="rId6"/>
    <p:sldId id="268" r:id="rId7"/>
    <p:sldId id="269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8BDA41-7170-45E9-E0D6-5609F7866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6BA8567-4C9B-DF30-83CF-31831E708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1023C1-4059-0062-98BC-26E0AC77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99F151-2DBB-84B7-A2D7-3AD7CE16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09A459-41F2-DF8C-900E-DEFB2FF2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028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A1D9C3-6F39-B975-7313-52263276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C2962D-29B6-9AFF-624B-76131EB39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759087-99DB-C8F6-4229-E3E3FE43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EF5924-9857-5BBF-360B-04337BB98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26EA10-1FC2-D735-34F4-9AD67610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80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1A9771-E5E3-3093-3A89-ED8A332B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F90AF9-FD13-8747-E202-2372BA56E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D5CC62-D456-CD23-F682-DB1359C2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3105C4-D176-7367-B3BF-A55321421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C056DE-B3A5-0D42-9EB9-E5795963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43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182D23-B196-6F9F-E0EE-4D7ABD01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E36D8C-8916-8491-5995-E8B754E58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2201CCB-A9EF-93E8-8C7E-18C626CFD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9C47F8-E42C-100A-5524-5B2F3388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74B641-1A3E-5AA2-9C18-405311631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C7F073-A690-0541-1E44-7D2FE243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721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CF0FBC-CEA3-9B3D-DFA1-5DE427A3B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85E1AD-EEC8-65C5-84CB-B24D5D954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612003-EA1C-C90D-222F-E6FA741CB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41A7AF-4C20-B6F4-AB6C-7EDA68781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C88E73B-8703-519F-C3C4-6883D811A0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F8566FE-EE19-BE5B-1DFF-B849F73B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66B6507-483D-3092-C698-E2309CDB9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8B8DBD-0094-B955-5B9A-DB7E30C1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7254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11A003-05E1-2ADA-203E-6AD382D8E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8EC89F-E845-C386-BABC-E5434426D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0E31115-CC87-00BE-E79B-CBC4ACC1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4F364FF-053E-D342-91A6-9FDBB493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660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5338BBC-A0C3-6CC7-0324-F0C2EFB40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71DF943-EEA2-D120-7FAE-DFA89234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E4F6DD-3147-99B5-F3ED-48252DE06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264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5477F6-ED2F-7C6A-BAC7-C5FC6FDDF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31EEEF-E4C2-24C0-A783-2B7EB1067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2554E3-EE89-9E4A-DDD2-F9D67C4AD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1BE5B7-533D-051E-E5A8-6A1866FA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9DA295-C10E-16A1-D0D3-28CDF8964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045DB7-EAC7-6FEA-AED3-372914F6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60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9668A5-CFDB-EC75-70F6-919ABAB9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046793A-205A-4370-5EB1-9DAC5A99C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EDDCC00-085B-715D-D990-606D42A0D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1D3DBF-235F-E4CC-AC69-EA204792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291EDC-DD1D-F3EB-D322-0B124B4E3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B7E476-47A0-F7F3-1C73-69451DA47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5976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606858-E63E-A66C-251F-24C8EB6E7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A33C6FC-5D52-4853-9222-F4ACFE0BE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6F263D-9490-1FE9-F7F2-34E7F81A9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F185EF-13D7-9ADD-61B5-EE52A386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0DD368-2778-CF57-5C43-0DAE73AD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126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D059057-9F08-10AD-15B7-E5E22FD33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BF43C1-509A-4365-805E-0621968BF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1418FE-7BEC-8361-4C4B-F4EAA4D7D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B7CA9D-8277-3C93-BBA6-0D17D4CC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F46B90-B5CE-F55C-2D18-91737BA4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55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7B85F2F-3B28-A928-BED0-801B0B075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355844-C08F-1B45-F713-C02677132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9D685C-22F3-EAFA-5FF2-13C626AB3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5B69E5-7366-8C0E-D6A3-E3178C6545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06B92A-CBDF-8365-3B56-509C6507F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261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70BA24-202D-97FE-D3C8-FDF4E3BA5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アプリ名＋仕様書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3684B9E-F975-AFC1-B51B-E1A0A3C437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kumimoji="1" lang="ja-JP" altLang="en-US" dirty="0"/>
              <a:t>金澤大成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CE1821E-AD00-7C34-8389-AFB92B383067}"/>
              </a:ext>
            </a:extLst>
          </p:cNvPr>
          <p:cNvCxnSpPr/>
          <p:nvPr/>
        </p:nvCxnSpPr>
        <p:spPr>
          <a:xfrm>
            <a:off x="1789471" y="3509963"/>
            <a:ext cx="88785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5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3912A0-6710-0F89-F7F6-674C17318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まとめたこと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500DAE-A1BF-8106-8E24-F8DE843EC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作るアプリ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D5793F-6955-C94C-50CD-A628C33034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旅の思い出共有アプリ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（日本のみ）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  <a:p>
            <a:r>
              <a:rPr kumimoji="1" lang="ja-JP" altLang="en-US" dirty="0"/>
              <a:t>グループ作って地図にピンさしてその場所での思い出の写真とかを共有</a:t>
            </a:r>
          </a:p>
          <a:p>
            <a:endParaRPr kumimoji="1" lang="ja-JP" altLang="en-US" dirty="0"/>
          </a:p>
          <a:p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86B39C0-DD7A-109E-5738-DB3E6920F5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72483"/>
            <a:ext cx="5183188" cy="823912"/>
          </a:xfrm>
        </p:spPr>
        <p:txBody>
          <a:bodyPr/>
          <a:lstStyle/>
          <a:p>
            <a:r>
              <a:rPr kumimoji="1" lang="ja-JP" altLang="en-US" dirty="0"/>
              <a:t>実装してみたい機能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24D7180-9A9A-EAD8-3472-841B89BDD8C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思い出を保存ボタン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→保存する写真選び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→ピンを指したい場所をタップ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  <a:p>
            <a:r>
              <a:rPr kumimoji="1" lang="ja-JP" altLang="en-US" dirty="0"/>
              <a:t>ピン付近をタップすると写真の追加、閲覧、削除ができる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B938277-632C-B048-A073-720121EB5FDE}"/>
              </a:ext>
            </a:extLst>
          </p:cNvPr>
          <p:cNvCxnSpPr/>
          <p:nvPr/>
        </p:nvCxnSpPr>
        <p:spPr>
          <a:xfrm>
            <a:off x="5997575" y="2084439"/>
            <a:ext cx="0" cy="396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57E7747-0E94-BAF7-E103-619E6DA46B9B}"/>
              </a:ext>
            </a:extLst>
          </p:cNvPr>
          <p:cNvCxnSpPr>
            <a:cxnSpLocks/>
          </p:cNvCxnSpPr>
          <p:nvPr/>
        </p:nvCxnSpPr>
        <p:spPr>
          <a:xfrm>
            <a:off x="839788" y="1425525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087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DEF0D3-D9D2-1620-1D7F-FEC6FA820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利用技術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151AA1-2B8B-9905-3565-1FFB778597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79"/>
            <a:ext cx="1103859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認証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：Firebase Authentication（Googleアカウント）</a:t>
            </a: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ja-JP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：Firebase Firestore（リアルタイムデータベース）</a:t>
            </a: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ja-JP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画像保存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：Firebase Storage</a:t>
            </a: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ja-JP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マップ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：Google Maps Flutter Plugin（日本に中心を固定）</a:t>
            </a:r>
          </a:p>
        </p:txBody>
      </p:sp>
    </p:spTree>
    <p:extLst>
      <p:ext uri="{BB962C8B-B14F-4D97-AF65-F5344CB8AC3E}">
        <p14:creationId xmlns:p14="http://schemas.microsoft.com/office/powerpoint/2010/main" val="156871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911765-A64A-8BDC-B0CB-29FA2384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必要な画面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6B1021E9-E6B8-B27E-380C-13AB163B03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52454"/>
          <a:ext cx="10515600" cy="42976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6939473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35529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 dirty="0"/>
                        <a:t>画面名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主な内容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854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dirty="0"/>
                        <a:t>スプラッシュ画面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/>
                        <a:t>Firebase</a:t>
                      </a:r>
                      <a:r>
                        <a:rPr lang="ja-JP" altLang="en-US"/>
                        <a:t>認証状態確認、ログインしていればマイグループへ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908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dirty="0"/>
                        <a:t>ログイン画面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/>
                        <a:t>Google</a:t>
                      </a:r>
                      <a:r>
                        <a:rPr lang="ja-JP" altLang="en-US"/>
                        <a:t>アカウントでログイン（</a:t>
                      </a:r>
                      <a:r>
                        <a:rPr lang="en-US" altLang="ja-JP"/>
                        <a:t>Firebase Auth</a:t>
                      </a:r>
                      <a:r>
                        <a:rPr lang="ja-JP" altLang="en-US"/>
                        <a:t>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22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dirty="0"/>
                        <a:t>マイグループ一覧画面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所属しているグループの一覧＋新規作成 </a:t>
                      </a:r>
                      <a:r>
                        <a:rPr lang="en-US" altLang="ja-JP"/>
                        <a:t>or </a:t>
                      </a:r>
                      <a:r>
                        <a:rPr lang="ja-JP" altLang="en-US"/>
                        <a:t>招待コード入力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445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dirty="0"/>
                        <a:t>グループ作成画面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グループ名を入力し、新しくグループを作成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944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dirty="0"/>
                        <a:t>グループ地図画面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日本地図上に共有ピンを表示。ピン追加＋ピンタップで詳細表示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707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/>
                        <a:t>思い出追加画面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写真選択＋地図をタップでピン位置決定＋メモ入力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896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/>
                        <a:t>ピン詳細画面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写真一覧（グリッド</a:t>
                      </a:r>
                      <a:r>
                        <a:rPr lang="en-US" altLang="ja-JP" dirty="0"/>
                        <a:t>/</a:t>
                      </a:r>
                      <a:r>
                        <a:rPr lang="ja-JP" altLang="en-US" dirty="0"/>
                        <a:t>カルーセル）＋追加・削除（権限に応じて）＋コメント</a:t>
                      </a:r>
                      <a:r>
                        <a:rPr lang="en-US" altLang="ja-JP" dirty="0"/>
                        <a:t>/</a:t>
                      </a:r>
                      <a:r>
                        <a:rPr lang="ja-JP" altLang="en-US" dirty="0"/>
                        <a:t>メモ表示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404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505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D5BE51-CBA6-D517-8958-915E831AE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Firestore</a:t>
            </a:r>
            <a:r>
              <a:rPr lang="en-US" altLang="ja-JP" dirty="0"/>
              <a:t> </a:t>
            </a:r>
            <a:r>
              <a:rPr lang="ja-JP" altLang="en-US" dirty="0"/>
              <a:t>データ構造</a:t>
            </a:r>
            <a:endParaRPr kumimoji="1" lang="ja-JP" altLang="en-US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4BE13145-F66F-1A90-EE16-B29E9F498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3604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US" altLang="ja-JP" sz="3200" dirty="0"/>
              <a:t>users (collection)</a:t>
            </a:r>
          </a:p>
          <a:p>
            <a:pPr marL="0" indent="0">
              <a:buNone/>
            </a:pPr>
            <a:r>
              <a:rPr kumimoji="1" lang="en-US" altLang="ja-JP" sz="3200" dirty="0"/>
              <a:t>  └─ {</a:t>
            </a:r>
            <a:r>
              <a:rPr kumimoji="1" lang="en-US" altLang="ja-JP" sz="3200" dirty="0" err="1"/>
              <a:t>uid</a:t>
            </a:r>
            <a:r>
              <a:rPr kumimoji="1" lang="en-US" altLang="ja-JP" sz="3200" dirty="0"/>
              <a:t>} (document)</a:t>
            </a:r>
          </a:p>
          <a:p>
            <a:pPr marL="0" indent="0">
              <a:buNone/>
            </a:pPr>
            <a:r>
              <a:rPr kumimoji="1" lang="en-US" altLang="ja-JP" sz="3200" dirty="0"/>
              <a:t>      └─ </a:t>
            </a:r>
            <a:r>
              <a:rPr kumimoji="1" lang="en-US" altLang="ja-JP" sz="3200" dirty="0" err="1"/>
              <a:t>displayName</a:t>
            </a:r>
            <a:endParaRPr kumimoji="1" lang="en-US" altLang="ja-JP" sz="3200" dirty="0"/>
          </a:p>
          <a:p>
            <a:pPr marL="0" indent="0">
              <a:buNone/>
            </a:pPr>
            <a:r>
              <a:rPr kumimoji="1" lang="en-US" altLang="ja-JP" sz="3200" dirty="0"/>
              <a:t>      └─ email</a:t>
            </a:r>
          </a:p>
          <a:p>
            <a:pPr marL="0" indent="0">
              <a:buNone/>
            </a:pPr>
            <a:r>
              <a:rPr kumimoji="1" lang="en-US" altLang="ja-JP" sz="3200" dirty="0"/>
              <a:t>      └─ groups: [groupId1, groupId2, ...]</a:t>
            </a:r>
          </a:p>
          <a:p>
            <a:pPr marL="0" indent="0">
              <a:buNone/>
            </a:pPr>
            <a:endParaRPr kumimoji="1" lang="en-US" altLang="ja-JP" sz="3200" dirty="0"/>
          </a:p>
          <a:p>
            <a:pPr marL="0" indent="0">
              <a:buNone/>
            </a:pPr>
            <a:r>
              <a:rPr kumimoji="1" lang="en-US" altLang="ja-JP" sz="3200" dirty="0"/>
              <a:t>groups (collection)</a:t>
            </a:r>
          </a:p>
          <a:p>
            <a:pPr marL="0" indent="0">
              <a:buNone/>
            </a:pPr>
            <a:r>
              <a:rPr kumimoji="1" lang="en-US" altLang="ja-JP" sz="3200" dirty="0"/>
              <a:t>  └─ {</a:t>
            </a:r>
            <a:r>
              <a:rPr kumimoji="1" lang="en-US" altLang="ja-JP" sz="3200" dirty="0" err="1"/>
              <a:t>groupId</a:t>
            </a:r>
            <a:r>
              <a:rPr kumimoji="1" lang="en-US" altLang="ja-JP" sz="3200" dirty="0"/>
              <a:t>} (document)</a:t>
            </a:r>
          </a:p>
          <a:p>
            <a:pPr marL="0" indent="0">
              <a:buNone/>
            </a:pPr>
            <a:r>
              <a:rPr kumimoji="1" lang="en-US" altLang="ja-JP" sz="3200" dirty="0"/>
              <a:t>      └─ name</a:t>
            </a:r>
          </a:p>
          <a:p>
            <a:pPr marL="0" indent="0">
              <a:buNone/>
            </a:pPr>
            <a:r>
              <a:rPr kumimoji="1" lang="en-US" altLang="ja-JP" sz="3200" dirty="0"/>
              <a:t>      └─ </a:t>
            </a:r>
            <a:r>
              <a:rPr kumimoji="1" lang="en-US" altLang="ja-JP" sz="3200" dirty="0" err="1"/>
              <a:t>createdBy</a:t>
            </a:r>
            <a:r>
              <a:rPr kumimoji="1" lang="en-US" altLang="ja-JP" sz="3200" dirty="0"/>
              <a:t> (</a:t>
            </a:r>
            <a:r>
              <a:rPr kumimoji="1" lang="en-US" altLang="ja-JP" sz="3200" dirty="0" err="1"/>
              <a:t>uid</a:t>
            </a:r>
            <a:r>
              <a:rPr kumimoji="1" lang="en-US" altLang="ja-JP" sz="3200" dirty="0"/>
              <a:t>)</a:t>
            </a:r>
          </a:p>
          <a:p>
            <a:pPr marL="0" indent="0">
              <a:buNone/>
            </a:pPr>
            <a:r>
              <a:rPr kumimoji="1" lang="en-US" altLang="ja-JP" sz="3200" dirty="0"/>
              <a:t>      └─ members: [uid1, uid2, ...]</a:t>
            </a:r>
          </a:p>
          <a:p>
            <a:pPr marL="0" indent="0">
              <a:buNone/>
            </a:pPr>
            <a:endParaRPr kumimoji="1" lang="en-US" altLang="ja-JP" sz="3200" dirty="0"/>
          </a:p>
          <a:p>
            <a:pPr marL="0" indent="0">
              <a:buNone/>
            </a:pPr>
            <a:r>
              <a:rPr kumimoji="1" lang="en-US" altLang="ja-JP" sz="3200" dirty="0"/>
              <a:t>  └─ memories (subcollection)</a:t>
            </a:r>
          </a:p>
          <a:p>
            <a:pPr marL="0" indent="0">
              <a:buNone/>
            </a:pPr>
            <a:r>
              <a:rPr kumimoji="1" lang="en-US" altLang="ja-JP" sz="3200" dirty="0"/>
              <a:t>        └─ {</a:t>
            </a:r>
            <a:r>
              <a:rPr kumimoji="1" lang="en-US" altLang="ja-JP" sz="3200" dirty="0" err="1"/>
              <a:t>memoryId</a:t>
            </a:r>
            <a:r>
              <a:rPr kumimoji="1" lang="en-US" altLang="ja-JP" sz="3200" dirty="0"/>
              <a:t>} (document)</a:t>
            </a:r>
          </a:p>
          <a:p>
            <a:pPr marL="0" indent="0">
              <a:buNone/>
            </a:pPr>
            <a:r>
              <a:rPr kumimoji="1" lang="en-US" altLang="ja-JP" sz="3200" dirty="0"/>
              <a:t>            └─ location: </a:t>
            </a:r>
            <a:r>
              <a:rPr kumimoji="1" lang="en-US" altLang="ja-JP" sz="3200" dirty="0" err="1"/>
              <a:t>GeoPoint</a:t>
            </a:r>
            <a:r>
              <a:rPr kumimoji="1" lang="en-US" altLang="ja-JP" sz="3200" dirty="0"/>
              <a:t> (latitude, longitude)</a:t>
            </a:r>
          </a:p>
          <a:p>
            <a:pPr marL="0" indent="0">
              <a:buNone/>
            </a:pPr>
            <a:r>
              <a:rPr kumimoji="1" lang="en-US" altLang="ja-JP" sz="3200" dirty="0"/>
              <a:t>            └─ </a:t>
            </a:r>
            <a:r>
              <a:rPr kumimoji="1" lang="en-US" altLang="ja-JP" sz="3200" dirty="0" err="1"/>
              <a:t>photoUrl</a:t>
            </a:r>
            <a:endParaRPr kumimoji="1" lang="en-US" altLang="ja-JP" sz="3200" dirty="0"/>
          </a:p>
          <a:p>
            <a:pPr marL="0" indent="0">
              <a:buNone/>
            </a:pPr>
            <a:r>
              <a:rPr kumimoji="1" lang="en-US" altLang="ja-JP" sz="3200" dirty="0"/>
              <a:t>            └─ memo</a:t>
            </a:r>
          </a:p>
          <a:p>
            <a:pPr marL="0" indent="0">
              <a:buNone/>
            </a:pPr>
            <a:r>
              <a:rPr kumimoji="1" lang="en-US" altLang="ja-JP" sz="3200" dirty="0"/>
              <a:t>            └─ </a:t>
            </a:r>
            <a:r>
              <a:rPr kumimoji="1" lang="en-US" altLang="ja-JP" sz="3200" dirty="0" err="1"/>
              <a:t>createdBy</a:t>
            </a:r>
            <a:r>
              <a:rPr kumimoji="1" lang="en-US" altLang="ja-JP" sz="3200" dirty="0"/>
              <a:t> (</a:t>
            </a:r>
            <a:r>
              <a:rPr kumimoji="1" lang="en-US" altLang="ja-JP" sz="3200" dirty="0" err="1"/>
              <a:t>uid</a:t>
            </a:r>
            <a:r>
              <a:rPr kumimoji="1" lang="en-US" altLang="ja-JP" sz="3200" dirty="0"/>
              <a:t>)</a:t>
            </a:r>
          </a:p>
          <a:p>
            <a:pPr marL="0" indent="0">
              <a:buNone/>
            </a:pPr>
            <a:r>
              <a:rPr kumimoji="1" lang="en-US" altLang="ja-JP" sz="3200" dirty="0"/>
              <a:t>            └─ timestamp</a:t>
            </a:r>
          </a:p>
          <a:p>
            <a:pPr marL="0" indent="0">
              <a:buNone/>
            </a:pP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3197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C1CD10-428A-AC6C-C936-AFC55F8E3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権限ルール（</a:t>
            </a:r>
            <a:r>
              <a:rPr lang="en-US" altLang="ja-JP" dirty="0" err="1"/>
              <a:t>Firestore</a:t>
            </a:r>
            <a:r>
              <a:rPr lang="en-US" altLang="ja-JP" dirty="0"/>
              <a:t> Security Rules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105B1C-5C2F-E729-A115-9A246EAE52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31798"/>
            <a:ext cx="767870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グループに参加していないユーザーはアクセス不可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ja-JP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各思い出（memory）の削除・編集は投稿者のみ可能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ja-JP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グループ自体の削除・メンバー管理は作成者のみ可能</a:t>
            </a:r>
          </a:p>
        </p:txBody>
      </p:sp>
    </p:spTree>
    <p:extLst>
      <p:ext uri="{BB962C8B-B14F-4D97-AF65-F5344CB8AC3E}">
        <p14:creationId xmlns:p14="http://schemas.microsoft.com/office/powerpoint/2010/main" val="3673133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C2CE41-4DA9-EF63-38DE-7BCFA5B5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セットアップ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11B83B-4B23-715E-FF89-2D03A9F86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6633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A30001-CDB8-5E81-7EC2-2B64F49AD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写真の</a:t>
            </a:r>
            <a:r>
              <a:rPr kumimoji="1" lang="en-US" altLang="ja-JP" dirty="0"/>
              <a:t>crud</a:t>
            </a:r>
            <a:r>
              <a:rPr kumimoji="1" lang="ja-JP" altLang="en-US" dirty="0"/>
              <a:t>処理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02CCC9-0010-08ED-C3E6-104D7368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2807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7A5C7-9155-FA27-F3F7-18958F93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地図の表示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85B3DF-E042-886C-C086-42D30AE34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657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698018-6F99-9548-5F4C-110DC0A4B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地図へのピン差し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1B1664-07E4-B397-C097-4BED15BAC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3459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9B1722-5E56-96F2-23DD-162162B51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グループの作成、招待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E0E80F-996F-E085-9A86-B3AA5AAC6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3239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9D3A33-F118-7790-0E71-D1093A647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ユーザー登録的なやつ（</a:t>
            </a:r>
            <a:r>
              <a:rPr kumimoji="1" lang="en-US" altLang="ja-JP" dirty="0"/>
              <a:t>Google</a:t>
            </a:r>
            <a:r>
              <a:rPr kumimoji="1" lang="ja-JP" altLang="en-US" dirty="0"/>
              <a:t>垢利用）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7E5DDD-6B54-7C8D-94FE-8C2489061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748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387</Words>
  <Application>Microsoft Office PowerPoint</Application>
  <PresentationFormat>ワイド画面</PresentationFormat>
  <Paragraphs>72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アプリ名＋仕様書</vt:lpstr>
      <vt:lpstr>まとめたこと</vt:lpstr>
      <vt:lpstr>利用技術</vt:lpstr>
      <vt:lpstr>必要な画面</vt:lpstr>
      <vt:lpstr>Firestore データ構造</vt:lpstr>
      <vt:lpstr>権限ルール（Firestore Security Rules）</vt:lpstr>
      <vt:lpstr>セットアップ</vt:lpstr>
      <vt:lpstr>写真のcrud処理</vt:lpstr>
      <vt:lpstr>地図の表示</vt:lpstr>
      <vt:lpstr>地図へのピン差し</vt:lpstr>
      <vt:lpstr>グループの作成、招待</vt:lpstr>
      <vt:lpstr>ユーザー登録的なやつ（Google垢利用）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金澤  大成(zeal22410204)</dc:creator>
  <cp:lastModifiedBy>金澤  大成(zeal22410204)</cp:lastModifiedBy>
  <cp:revision>4</cp:revision>
  <dcterms:created xsi:type="dcterms:W3CDTF">2025-05-07T02:37:37Z</dcterms:created>
  <dcterms:modified xsi:type="dcterms:W3CDTF">2025-05-07T04:47:10Z</dcterms:modified>
</cp:coreProperties>
</file>