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BDA41-7170-45E9-E0D6-5609F786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BA8567-4C9B-DF30-83CF-31831E708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1023C1-4059-0062-98BC-26E0AC77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99F151-2DBB-84B7-A2D7-3AD7CE16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09A459-41F2-DF8C-900E-DEFB2FF2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28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1D9C3-6F39-B975-7313-52263276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C2962D-29B6-9AFF-624B-76131EB39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59087-99DB-C8F6-4229-E3E3FE43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F5924-9857-5BBF-360B-04337BB9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26EA10-1FC2-D735-34F4-9AD67610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80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A9771-E5E3-3093-3A89-ED8A332B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90AF9-FD13-8747-E202-2372BA56E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D5CC62-D456-CD23-F682-DB1359C2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3105C4-D176-7367-B3BF-A55321421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056DE-B3A5-0D42-9EB9-E5795963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3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82D23-B196-6F9F-E0EE-4D7ABD01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E36D8C-8916-8491-5995-E8B754E58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201CCB-A9EF-93E8-8C7E-18C626CFD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9C47F8-E42C-100A-5524-5B2F3388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4B641-1A3E-5AA2-9C18-40531163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C7F073-A690-0541-1E44-7D2FE243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21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F0FBC-CEA3-9B3D-DFA1-5DE427A3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85E1AD-EEC8-65C5-84CB-B24D5D954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612003-EA1C-C90D-222F-E6FA741CB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41A7AF-4C20-B6F4-AB6C-7EDA68781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88E73B-8703-519F-C3C4-6883D811A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8566FE-EE19-BE5B-1DFF-B849F73B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6B6507-483D-3092-C698-E2309CDB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8B8DBD-0094-B955-5B9A-DB7E30C1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25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1A003-05E1-2ADA-203E-6AD382D8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8EC89F-E845-C386-BABC-E5434426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E31115-CC87-00BE-E79B-CBC4ACC1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F364FF-053E-D342-91A6-9FDBB493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6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338BBC-A0C3-6CC7-0324-F0C2EFB4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1DF943-EEA2-D120-7FAE-DFA89234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E4F6DD-3147-99B5-F3ED-48252DE0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264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5477F6-ED2F-7C6A-BAC7-C5FC6FDD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31EEEF-E4C2-24C0-A783-2B7EB106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2554E3-EE89-9E4A-DDD2-F9D67C4AD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1BE5B7-533D-051E-E5A8-6A1866FA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9DA295-C10E-16A1-D0D3-28CDF896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045DB7-EAC7-6FEA-AED3-372914F6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60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9668A5-CFDB-EC75-70F6-919ABAB9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46793A-205A-4370-5EB1-9DAC5A99C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DDCC00-085B-715D-D990-606D42A0D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1D3DBF-235F-E4CC-AC69-EA204792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291EDC-DD1D-F3EB-D322-0B124B4E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B7E476-47A0-F7F3-1C73-69451DA4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97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06858-E63E-A66C-251F-24C8EB6E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33C6FC-5D52-4853-9222-F4ACFE0BE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F263D-9490-1FE9-F7F2-34E7F81A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F185EF-13D7-9ADD-61B5-EE52A386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DD368-2778-CF57-5C43-0DAE73AD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26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059057-9F08-10AD-15B7-E5E22FD3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BF43C1-509A-4365-805E-0621968BF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1418FE-7BEC-8361-4C4B-F4EAA4D7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B7CA9D-8277-3C93-BBA6-0D17D4CC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F46B90-B5CE-F55C-2D18-91737BA4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55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7B85F2F-3B28-A928-BED0-801B0B07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355844-C08F-1B45-F713-C0267713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9D685C-22F3-EAFA-5FF2-13C626AB3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A267-7FD2-427B-AAF0-831959D25C2A}" type="datetimeFigureOut">
              <a:rPr kumimoji="1" lang="ja-JP" altLang="en-US" smtClean="0"/>
              <a:t>2025/5/7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B69E5-7366-8C0E-D6A3-E3178C654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06B92A-CBDF-8365-3B56-509C6507F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ED5B9-4AA9-47A4-9DD1-4EA0EBDBBD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61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BA24-202D-97FE-D3C8-FDF4E3BA5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仕様書？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684B9E-F975-AFC1-B51B-E1A0A3C43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ja-JP" altLang="en-US" dirty="0"/>
              <a:t>金澤大成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CE1821E-AD00-7C34-8389-AFB92B383067}"/>
              </a:ext>
            </a:extLst>
          </p:cNvPr>
          <p:cNvCxnSpPr/>
          <p:nvPr/>
        </p:nvCxnSpPr>
        <p:spPr>
          <a:xfrm>
            <a:off x="1789471" y="3509963"/>
            <a:ext cx="88785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0DEF5-F0A9-A09F-0917-9BD54988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9E0ED7-D451-4153-6898-BBA13C1FD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作るアプリ</a:t>
            </a:r>
          </a:p>
          <a:p>
            <a:r>
              <a:rPr kumimoji="1" lang="ja-JP" altLang="en-US" dirty="0"/>
              <a:t>旅の思い出共有アプリ（日本のみ）</a:t>
            </a:r>
          </a:p>
          <a:p>
            <a:r>
              <a:rPr kumimoji="1" lang="ja-JP" altLang="en-US" dirty="0"/>
              <a:t>グループ作って地図にピンさしてその場所での思い出の写真とかを共有</a:t>
            </a:r>
          </a:p>
          <a:p>
            <a:endParaRPr kumimoji="1" lang="ja-JP" altLang="en-US" dirty="0"/>
          </a:p>
          <a:p>
            <a:pPr marL="0" indent="0">
              <a:buNone/>
            </a:pPr>
            <a:r>
              <a:rPr kumimoji="1" lang="ja-JP" altLang="en-US" dirty="0"/>
              <a:t>実装してみたい機能</a:t>
            </a:r>
          </a:p>
          <a:p>
            <a:r>
              <a:rPr kumimoji="1" lang="ja-JP" altLang="en-US" dirty="0"/>
              <a:t>・思い出を保存ボタン→保存する写真選び→ピンを指したい場所をタップ</a:t>
            </a:r>
          </a:p>
          <a:p>
            <a:r>
              <a:rPr kumimoji="1" lang="ja-JP" altLang="en-US" dirty="0"/>
              <a:t>・ピン付近をタップすると写真の追加、閲覧、削除ができる</a:t>
            </a:r>
          </a:p>
        </p:txBody>
      </p:sp>
    </p:spTree>
    <p:extLst>
      <p:ext uri="{BB962C8B-B14F-4D97-AF65-F5344CB8AC3E}">
        <p14:creationId xmlns:p14="http://schemas.microsoft.com/office/powerpoint/2010/main" val="68861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30001-CDB8-5E81-7EC2-2B64F49A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写真の</a:t>
            </a:r>
            <a:r>
              <a:rPr kumimoji="1" lang="en-US" altLang="ja-JP" dirty="0"/>
              <a:t>crud</a:t>
            </a:r>
            <a:r>
              <a:rPr kumimoji="1" lang="ja-JP" altLang="en-US" dirty="0"/>
              <a:t>処理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02CCC9-0010-08ED-C3E6-104D7368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0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7A5C7-9155-FA27-F3F7-18958F93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地図の表示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5B3DF-E042-886C-C086-42D30AE34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65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98018-6F99-9548-5F4C-110DC0A4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地図へのピン差し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B1664-07E4-B397-C097-4BED15BA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345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9B1722-5E56-96F2-23DD-162162B5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グループの作成、招待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E0E80F-996F-E085-9A86-B3AA5AAC6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23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D3A33-F118-7790-0E71-D1093A64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ユーザー登録的なやつ（</a:t>
            </a:r>
            <a:r>
              <a:rPr kumimoji="1" lang="en-US" altLang="ja-JP" dirty="0"/>
              <a:t>Google</a:t>
            </a:r>
            <a:r>
              <a:rPr kumimoji="1" lang="ja-JP" altLang="en-US" dirty="0"/>
              <a:t>垢利用）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7E5DDD-6B54-7C8D-94FE-8C2489061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48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</Words>
  <Application>Microsoft Office PowerPoint</Application>
  <PresentationFormat>ワイド画面</PresentationFormat>
  <Paragraphs>14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仕様書？</vt:lpstr>
      <vt:lpstr>PowerPoint プレゼンテーション</vt:lpstr>
      <vt:lpstr>写真のcrud処理</vt:lpstr>
      <vt:lpstr>地図の表示</vt:lpstr>
      <vt:lpstr>地図へのピン差し</vt:lpstr>
      <vt:lpstr>グループの作成、招待</vt:lpstr>
      <vt:lpstr>ユーザー登録的なやつ（Google垢利用）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金澤  大成(zeal22410204)</dc:creator>
  <cp:lastModifiedBy>金澤  大成(zeal22410204)</cp:lastModifiedBy>
  <cp:revision>2</cp:revision>
  <dcterms:created xsi:type="dcterms:W3CDTF">2025-05-07T02:37:37Z</dcterms:created>
  <dcterms:modified xsi:type="dcterms:W3CDTF">2025-05-07T02:44:40Z</dcterms:modified>
</cp:coreProperties>
</file>